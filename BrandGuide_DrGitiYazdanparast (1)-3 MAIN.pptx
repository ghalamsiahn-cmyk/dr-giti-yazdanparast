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3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41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5E3A6E">
              <a:alpha val="40000"/>
            </a:srgbClr>
          </a:solidFill>
          <a:ln w="12700">
            <a:solidFill>
              <a:srgbClr val="5E3A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C9A45C">
              <a:alpha val="25000"/>
            </a:srgbClr>
          </a:solidFill>
          <a:ln w="12700">
            <a:solidFill>
              <a:srgbClr val="C9A45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5E3A6E">
              <a:alpha val="30000"/>
            </a:srgbClr>
          </a:solidFill>
          <a:ln w="12700">
            <a:solidFill>
              <a:srgbClr val="5E3A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54864" cy="2011680"/>
          </a:xfrm>
          <a:prstGeom prst="rect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دکتر گیتی یزدانپرست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لیزر و زیبایی با حضور مستقیم پزشک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نتیجه‌ای که می‌بینی، اعتمادی که می‌ماند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  |  2026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2BFC67-05A7-FE8A-4D7D-F9BE434C3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39" y="91175"/>
            <a:ext cx="2345005" cy="23450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Foundation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پایه‌های برند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10588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ماموریت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ارائه خدمات لیزر و زیبایی با حضور و نظارت مستقیم پزشک، همراه با مشاوره صادقانه و احترام به زیبایی طبیعی هر فرد.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777240"/>
          </a:xfrm>
          <a:prstGeom prst="roundRect">
            <a:avLst>
              <a:gd name="adj" fmla="val 10588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چشم‌انداز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50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تبدیل شدن به قابل‌اعتمادترین مرجع لیزر و خدمات زیبایی پزشکی در یزد؛ جایی که افراد با اطمینان از حضور پزشک بهترین تصمیم را می‌گیرند.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ارزش‌های برند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1600200" cy="640080"/>
          </a:xfrm>
          <a:prstGeom prst="roundRect">
            <a:avLst>
              <a:gd name="adj" fmla="val 12857"/>
            </a:avLst>
          </a:prstGeom>
          <a:solidFill>
            <a:srgbClr val="5E3A6E">
              <a:alpha val="60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مراقبت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مسئولانه</a:t>
            </a:r>
            <a:endParaRPr lang="en-US" sz="1000" dirty="0"/>
          </a:p>
          <a:p>
            <a:pPr marL="0" indent="0" algn="ctr" rtl="1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3291840"/>
            <a:ext cx="1600200" cy="640080"/>
          </a:xfrm>
          <a:prstGeom prst="roundRect">
            <a:avLst>
              <a:gd name="adj" fmla="val 12857"/>
            </a:avLst>
          </a:prstGeom>
          <a:solidFill>
            <a:srgbClr val="5E3A6E">
              <a:alpha val="60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03120" y="3291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</a:t>
            </a:r>
            <a:r>
              <a:rPr lang="fa-IR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‌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محو</a:t>
            </a:r>
            <a:r>
              <a:rPr lang="fa-IR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3291840"/>
            <a:ext cx="1600200" cy="640080"/>
          </a:xfrm>
          <a:prstGeom prst="roundRect">
            <a:avLst>
              <a:gd name="adj" fmla="val 12857"/>
            </a:avLst>
          </a:prstGeom>
          <a:solidFill>
            <a:srgbClr val="5E3A6E">
              <a:alpha val="60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0" y="3291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آرامش و احترام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291840"/>
            <a:ext cx="1600200" cy="640080"/>
          </a:xfrm>
          <a:prstGeom prst="roundRect">
            <a:avLst>
              <a:gd name="adj" fmla="val 12857"/>
            </a:avLst>
          </a:prstGeom>
          <a:solidFill>
            <a:srgbClr val="5E3A6E">
              <a:alpha val="60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3291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زیبایی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طبیعی</a:t>
            </a:r>
            <a:endParaRPr lang="en-US" sz="1000" dirty="0"/>
          </a:p>
          <a:p>
            <a:pPr marL="0" indent="0" algn="ctr" rtl="1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5180" y="3291840"/>
            <a:ext cx="1600200" cy="640080"/>
          </a:xfrm>
          <a:prstGeom prst="roundRect">
            <a:avLst>
              <a:gd name="adj" fmla="val 12857"/>
            </a:avLst>
          </a:prstGeom>
          <a:solidFill>
            <a:srgbClr val="5E3A6E">
              <a:alpha val="60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3291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صداقت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مشاور</a:t>
            </a:r>
            <a:r>
              <a:rPr lang="fa-IR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685800"/>
          </a:xfrm>
          <a:prstGeom prst="roundRect">
            <a:avLst>
              <a:gd name="adj" fmla="val 12000"/>
            </a:avLst>
          </a:prstGeom>
          <a:solidFill>
            <a:srgbClr val="5E3A6E">
              <a:alpha val="15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</a:t>
            </a:r>
            <a:r>
              <a:rPr lang="fa-IR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00" b="1" dirty="0" err="1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لیزر</a:t>
            </a: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 زیبایی با حضور مستقیم پزشک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 &amp; Audience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جایگاه‌یابی و مخاطب هدف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234440"/>
          </a:xfrm>
          <a:prstGeom prst="roundRect">
            <a:avLst>
              <a:gd name="adj" fmla="val 6667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دکتر گیتی یزدانپرست خدمات لیزر و زیبایی را با رویکردی پزشکی، صادقانه و نتیجه‌محور ارائه می‌دهد. خدمات زیبایی توسط پزشک انجام شده و جلسات لیزر نیز تحت نظارت مستقیم پزشک ارائه می‌شوند تا مراجعان با آرامش و اطمینان بهترین تصمیم را برای خود بگیرند.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مخاطب هدف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926080"/>
            <a:ext cx="4206240" cy="1920240"/>
          </a:xfrm>
          <a:prstGeom prst="roundRect">
            <a:avLst>
              <a:gd name="adj" fmla="val 4286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9900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مخاطب اصلی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زنان ۱۸ تا ۶۵ سال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9359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✶  زیبایی طبیعی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383133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✶  خدمات ایمن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406908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✶  نتایج واقعی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430682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✶  مشاوره صادقانه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454456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✶  حضور پزشک در روند درمان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023360" cy="1920240"/>
          </a:xfrm>
          <a:prstGeom prst="roundRect">
            <a:avLst>
              <a:gd name="adj" fmla="val 4286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90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مخاطب ثانویه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آقایانی که به خدمات لیزر و زیبایی تحت نظارت پزشک علاقه دارند.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داستان برند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0" y="1005840"/>
            <a:ext cx="1280160" cy="1280160"/>
          </a:xfrm>
          <a:prstGeom prst="ellipse">
            <a:avLst/>
          </a:prstGeom>
          <a:solidFill>
            <a:srgbClr val="C9A45C">
              <a:alpha val="18000"/>
            </a:srgbClr>
          </a:solidFill>
          <a:ln w="12700">
            <a:solidFill>
              <a:srgbClr val="C9A45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265" y="1298008"/>
            <a:ext cx="6428935" cy="384224"/>
          </a:xfrm>
          <a:prstGeom prst="roundRect">
            <a:avLst>
              <a:gd name="adj" fmla="val 14516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-977705" y="12163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i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ما، زیبایی فقط تغییر ظاهر نیست؛ بلکه احساس رضایت، اعتماد و حال خوب نسبت به خود است.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56571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56571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دکتر گیتی یزدانپرست با این باور وارد حوزه زیبایی شد که خدمات زیبایی باید با دانش پزشکی، دقت و مسئولیت‌پذیری ارائه شوند. هر فرد شرایط، نیازها و ویژگی‌های منحصربه‌فرد خود را دارد.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10361"/>
            <a:ext cx="8412480" cy="594360"/>
          </a:xfrm>
          <a:prstGeom prst="roundRect">
            <a:avLst>
              <a:gd name="adj" fmla="val 13846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361827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آنچه این مسیر را برای ما ارزشمند می‌کند، مشاهده رضایت و اعتماد مراجعانی است که پس از درمان، با احساس بهتری نسبت به خود از کلینیک خارج می‌شوند.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08118"/>
            <a:ext cx="8412480" cy="685800"/>
          </a:xfrm>
          <a:prstGeom prst="roundRect">
            <a:avLst>
              <a:gd name="adj" fmla="val 12000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51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زیبایی توسط پزشک انجام می‌شود و جلسات لیزر نیز تحت نظارت مستقیم پزشک ارائه می‌شوند تا هر مراجعه‌کننده با آرامش، آگاهی و اطمینان مسیر درمان خود را طی کند.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Personality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شخصیت برند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011680" cy="2560320"/>
          </a:xfrm>
          <a:prstGeom prst="roundRect">
            <a:avLst>
              <a:gd name="adj" fmla="val 4091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حرفه‌ای و متخصص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 پزشکی دقیق</a:t>
            </a:r>
            <a:endParaRPr lang="en-US" sz="900" dirty="0"/>
          </a:p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اعتبار علمی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2011680" cy="2560320"/>
          </a:xfrm>
          <a:prstGeom prst="roundRect">
            <a:avLst>
              <a:gd name="adj" fmla="val 4091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6032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خوش‌برخورد و صمیمی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ارتباط گرم</a:t>
            </a:r>
            <a:endParaRPr lang="en-US" sz="900" dirty="0"/>
          </a:p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مراجعان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2011680" cy="2560320"/>
          </a:xfrm>
          <a:prstGeom prst="roundRect">
            <a:avLst>
              <a:gd name="adj" fmla="val 4091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آرام و اطمینان‌بخش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کاهش اضطراب</a:t>
            </a:r>
            <a:endParaRPr lang="en-US" sz="900" dirty="0"/>
          </a:p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اطمینان‌بخشی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2011680" cy="2560320"/>
          </a:xfrm>
          <a:prstGeom prst="roundRect">
            <a:avLst>
              <a:gd name="adj" fmla="val 4091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85800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ظریف و زیبا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زیباشناسی</a:t>
            </a:r>
            <a:endParaRPr lang="en-US" sz="900" dirty="0"/>
          </a:p>
          <a:p>
            <a:pPr marL="0" indent="0" algn="ctr" rtl="1">
              <a:buNone/>
            </a:pPr>
            <a:r>
              <a:rPr lang="en-US" sz="9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پزشکی ظریف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914400"/>
          </a:xfrm>
          <a:prstGeom prst="roundRect">
            <a:avLst>
              <a:gd name="adj" fmla="val 9000"/>
            </a:avLst>
          </a:prstGeom>
          <a:solidFill>
            <a:srgbClr val="5E3A6E">
              <a:alpha val="12000"/>
            </a:srgbClr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برندی قابل‌اعتماد و حرفه‌ای که با ترکیب تخصص پزشکی، صداقت در مشاوره و برخورد صمیمی به مراجعان کمک می‌کند با آرامش و آگاهی بهترین تصمیم را بگیرند.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هویت بصری — پالت رنگ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#5E3A6E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Purple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رنگ اصلی برند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4A2C59"/>
          </a:solidFill>
          <a:ln w="12700">
            <a:solidFill>
              <a:srgbClr val="4A2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#4A2C59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Purple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پس‌زمینه تیره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8B6FA3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#8B6FA3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Purple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 ثانویه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#C9A45C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تأکید و لوکس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7F3E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#F7F3EE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4343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پس‌زمینه روشن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E2433"/>
          </a:solidFill>
          <a:ln w="12700">
            <a:solidFill>
              <a:srgbClr val="2E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#2E2433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4343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متن تیره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i="1" dirty="0" err="1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نسبت</a:t>
            </a:r>
            <a:r>
              <a:rPr lang="en-US" sz="1000" i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i="1" dirty="0" err="1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رنگ‌ها</a:t>
            </a:r>
            <a:r>
              <a:rPr lang="fa-IR" sz="1000" i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i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Cream / White    30% Purple    10% Gold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&amp; Logo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تایپوگرافی و لوگو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تایپوگرافی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51899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pPr algn="r" rtl="1"/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1700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Headlines  •  Peyda Bold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60604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 •  Vazirmatn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9535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متن و توضیحات بدنه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61188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Accent  •  Cormorant Garamond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39593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Giti Yazdanparast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لوگو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0760" y="1632204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6576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نسخه </a:t>
            </a:r>
            <a:r>
              <a:rPr lang="en-US" sz="800" dirty="0" err="1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اصلی</a:t>
            </a:r>
            <a:r>
              <a:rPr lang="en-US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a-IR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800" dirty="0" err="1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بنفش</a:t>
            </a:r>
            <a:r>
              <a:rPr lang="en-US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800" dirty="0" err="1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طلایی</a:t>
            </a:r>
            <a:r>
              <a:rPr lang="fa-IR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331720" y="160020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EDE9E6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33172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نسخه </a:t>
            </a:r>
            <a:r>
              <a:rPr lang="en-US" sz="800" dirty="0" err="1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معکوس</a:t>
            </a:r>
            <a:r>
              <a:rPr lang="en-US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a-IR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800" dirty="0" err="1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زمینه</a:t>
            </a:r>
            <a:r>
              <a:rPr lang="en-US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روشن</a:t>
            </a:r>
            <a:r>
              <a:rPr lang="fa-IR" sz="8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123028" y="3958209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قوانین لوگو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65760" y="42519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لوگو را کج یا کشیده نکنید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65760" y="45079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رنگ لوگو را تغییر ندهید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65760" y="47640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فاصله اطراف لوگو را رعایت کنید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70DEE3E-01FD-0306-768C-D2A09F4EB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676" y="1485812"/>
            <a:ext cx="2240456" cy="224045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69E91D2-62D7-5CAF-C78C-991A6F4BC38E}"/>
              </a:ext>
            </a:extLst>
          </p:cNvPr>
          <p:cNvSpPr/>
          <p:nvPr/>
        </p:nvSpPr>
        <p:spPr>
          <a:xfrm>
            <a:off x="5261317" y="2098195"/>
            <a:ext cx="3425483" cy="339735"/>
          </a:xfrm>
          <a:prstGeom prst="rect">
            <a:avLst/>
          </a:prstGeom>
          <a:solidFill>
            <a:srgbClr val="5E3A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en-US" i="1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نتیجه‌ای که می‌بینی، اعتمادی که می‌ماند</a:t>
            </a:r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156F4C0-7EDF-297F-87C3-E35A719CF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145" y="1409493"/>
            <a:ext cx="2240456" cy="2240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Identity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هویت کلامی — صدا و پیام برند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حرفه‌ای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دانش و اطمینان صحبت می‌کنیم.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216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صمیمی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احترام، خوش‌برخورد و دوستانه هستیم.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اطمینان‌بخش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اضطراب مخاطب را کاهش می‌دهیم.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194560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267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صادق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هیچ‌گاه وعده غیرواقعی نمی‌دهیم.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7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می‌گوییم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61188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فرد شرایط متفاوتی دارد.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از درمان مشاوره انجام می‌شود.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416052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بهترین گزینه برای شما انتخاب می‌شود.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نمی‌گوییم 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تضمینی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86791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۱۰۰٪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12394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معجزه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37997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فرصت طلایی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3600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حذف کامل و قطعی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استراتژی محتوا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731520" cy="438912"/>
          </a:xfrm>
          <a:prstGeom prst="roundRect">
            <a:avLst>
              <a:gd name="adj" fmla="val 12500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Expertise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2161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آموزش لیزر و مراقبت‌ها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731520" cy="438912"/>
          </a:xfrm>
          <a:prstGeom prst="roundRect">
            <a:avLst>
              <a:gd name="adj" fmla="val 12500"/>
            </a:avLst>
          </a:prstGeom>
          <a:solidFill>
            <a:srgbClr val="8B6FA3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8424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Doctor-Led Care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965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و نظارت پزشک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731520" cy="438912"/>
          </a:xfrm>
          <a:prstGeom prst="roundRect">
            <a:avLst>
              <a:gd name="adj" fmla="val 12500"/>
            </a:avLst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73405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688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7157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نتایج واقعی مراجعان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83864"/>
            <a:ext cx="731520" cy="438912"/>
          </a:xfrm>
          <a:prstGeom prst="roundRect">
            <a:avLst>
              <a:gd name="adj" fmla="val 12500"/>
            </a:avLst>
          </a:prstGeom>
          <a:solidFill>
            <a:srgbClr val="9FB38B"/>
          </a:solidFill>
          <a:ln w="12700">
            <a:solidFill>
              <a:srgbClr val="9FB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48386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Education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4655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آموزش پوست و زیبایی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42232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233672"/>
            <a:ext cx="731520" cy="438912"/>
          </a:xfrm>
          <a:prstGeom prst="roundRect">
            <a:avLst>
              <a:gd name="adj" fmla="val 12500"/>
            </a:avLst>
          </a:prstGeom>
          <a:solidFill>
            <a:srgbClr val="B38B9F"/>
          </a:solidFill>
          <a:ln w="12700">
            <a:solidFill>
              <a:srgbClr val="B38B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2336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8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Connection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42153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ارتباط انسانی و پشت صحنه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3A6E"/>
          </a:solidFill>
          <a:ln w="12700">
            <a:solidFill>
              <a:srgbClr val="5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 &amp; Brand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پیام‌های کلیدی و کاربردهای برند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پیام‌های کلیدی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0" y="1591056"/>
            <a:ext cx="402336" cy="402336"/>
          </a:xfrm>
          <a:prstGeom prst="ellipse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15910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لیزر و زیبایی با حضور مستقیم پزشک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2203704"/>
            <a:ext cx="402336" cy="402336"/>
          </a:xfrm>
          <a:prstGeom prst="ellipse">
            <a:avLst/>
          </a:prstGeom>
          <a:solidFill>
            <a:srgbClr val="8B6FA3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0" y="22037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درمان از یک مشاوره دقیق شروع می‌شود.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2816352"/>
            <a:ext cx="402336" cy="402336"/>
          </a:xfrm>
          <a:prstGeom prst="ellipse">
            <a:avLst/>
          </a:prstGeom>
          <a:solidFill>
            <a:srgbClr val="8B6FA3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816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807208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نتایج طبیعی مهم‌تر از تغییرات اغراق‌آمیز هستند.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5E3A6E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3429000"/>
            <a:ext cx="402336" cy="402336"/>
          </a:xfrm>
          <a:prstGeom prst="ellipse">
            <a:avLst/>
          </a:prstGeom>
          <a:solidFill>
            <a:srgbClr val="8B6FA3"/>
          </a:solidFill>
          <a:ln w="12700">
            <a:solidFill>
              <a:srgbClr val="8B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0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از تخصص و صداقت شکل می‌گیرد.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599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Bio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5E3A6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507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دکتر گیتی یزدانپرست  |  لیزر و زیبایی با حضور مستقیم پزشک  |  📍 یزد  |  ✨ نتیجه‌ای که می‌بینی، اعتمادی که می‌ماند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5E3A6E">
              <a:alpha val="50000"/>
            </a:srgbClr>
          </a:solidFill>
          <a:ln w="12700">
            <a:solidFill>
              <a:srgbClr val="5E3A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5E3A6E">
              <a:alpha val="40000"/>
            </a:srgbClr>
          </a:solidFill>
          <a:ln w="12700">
            <a:solidFill>
              <a:srgbClr val="5E3A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C9A45C">
              <a:alpha val="30000"/>
            </a:srgbClr>
          </a:solidFill>
          <a:ln w="12700">
            <a:solidFill>
              <a:srgbClr val="C9A45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0" y="2331720"/>
            <a:ext cx="3657600" cy="36576"/>
          </a:xfrm>
          <a:prstGeom prst="rect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نتیجه‌ای که می‌بینی،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C9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اعتمادی که می‌ماند.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71600" y="4023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زیبایی را تحمیل نمی‌کنیم؛ کمک می‌کنیم آگاهانه بهترین تصمیم را برای خودتان بگیرید.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 2026  |  دکتر گیتی یزدانپرست  |  یزد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754C3A-8D79-0774-13C9-A59974418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534" y="-326166"/>
            <a:ext cx="3166932" cy="3166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772</Words>
  <Application>Microsoft Office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Guide - Dr Giti Yazdanparast</dc:title>
  <dc:subject>PptxGenJS Presentation</dc:subject>
  <dc:creator>PptxGenJS</dc:creator>
  <cp:lastModifiedBy>Ghalamsiah, Najmeh</cp:lastModifiedBy>
  <cp:revision>3</cp:revision>
  <dcterms:created xsi:type="dcterms:W3CDTF">2026-06-09T17:04:22Z</dcterms:created>
  <dcterms:modified xsi:type="dcterms:W3CDTF">2026-06-09T17:34:04Z</dcterms:modified>
</cp:coreProperties>
</file>